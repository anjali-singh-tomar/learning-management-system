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7D70-FB12-4752-80C2-9F3C41276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62F1B-7853-490E-9830-2E47976BD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44033-3049-4F05-B861-E7DFA848A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2768-B6EE-4BDF-A51F-7E8CABC87E8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B6F71-ACEC-42ED-9D4D-94C8CFA57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56086-6494-47C7-8D62-18B04FFB3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EB631-0A89-4E15-BBBB-1931CED2C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37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EDCF8-F9D8-410C-8578-8712BFAA7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04985-5A32-44B7-9BB0-1986066ED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83FFA-8931-44E0-9D1C-0B0FCF766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2768-B6EE-4BDF-A51F-7E8CABC87E8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29C7-0CDD-4176-8F71-C46ABDBEA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35E4B-D3D2-4A1A-BC08-1301ECB2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EB631-0A89-4E15-BBBB-1931CED2C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33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2DE93-275D-498A-9FDC-BB63E2313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A176D-8D40-44B0-AFA1-F91F1300B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67218-F25B-42D4-B119-222DEDA23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2768-B6EE-4BDF-A51F-7E8CABC87E8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D52A7-CD1F-4928-A4F0-7DA96532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44A81-2644-4E07-A2B9-58F04266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EB631-0A89-4E15-BBBB-1931CED2C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32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4654C-C1E5-4768-BD08-4553A7E6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F75AE-3D82-4D9A-A082-6CD3908D3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AE7B8-6BB6-4FEE-924C-7B147F258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243C5-11B3-449A-86DB-E7CEECD9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2768-B6EE-4BDF-A51F-7E8CABC87E8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4A3E6-BB10-4AB2-986F-B0DBF5F79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00A7B-BB3F-4FB4-A023-6CFD95EF4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EB631-0A89-4E15-BBBB-1931CED2C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562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CE69-5DE8-4EB8-B95D-AA8B1FE65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BD9E-2D02-4219-B53A-6A9372DED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70735-AD82-46A8-BBD4-9BEC1761B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ADB243-32F0-47BA-B15D-1129E1421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9412BC-EE82-4FF3-9037-E651CE97D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399941-DBFC-4C83-89CF-1FCD6DF44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2768-B6EE-4BDF-A51F-7E8CABC87E8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F5E989-9132-4C8A-9BF1-01CC67467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E5B092-4912-4F56-BF67-CD6FABFA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EB631-0A89-4E15-BBBB-1931CED2C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779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B0C31-8CA5-419F-9F1A-044B045E9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C65B34-E161-4428-BE58-D8FEC0353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2768-B6EE-4BDF-A51F-7E8CABC87E8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C739DE-0523-4E5D-ACF7-AE1377632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C4DF39-2DCE-4606-9DA3-D79A3493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EB631-0A89-4E15-BBBB-1931CED2C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305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DC32A8-813F-459D-B2E0-19197C08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2768-B6EE-4BDF-A51F-7E8CABC87E8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66666-963E-4956-9EF4-7F586400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2BDCA-34AE-4B35-98D7-FBC4414ED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EB631-0A89-4E15-BBBB-1931CED2C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121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E4617-9857-4B10-A0B0-318EDB6F6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72272-6144-4C59-8FF4-B271AF9AE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3130C-6EB0-490E-943A-8DFEA15B2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D5C47-0C75-4CC4-A85F-EAE2D44F3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2768-B6EE-4BDF-A51F-7E8CABC87E8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130F0-4018-41B5-B9AD-DE822D4DF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3DD35-B33C-44A4-96BE-4546C347F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EB631-0A89-4E15-BBBB-1931CED2C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0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973A-CBCB-40BC-84BF-D34C5E598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E1B5A-A333-478A-86AB-497B730145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30B2E-078A-42C8-A0B5-F0CD18FF3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F0384-1382-4F44-AAE1-82D3D3388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2768-B6EE-4BDF-A51F-7E8CABC87E8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BAC58-9530-451D-B392-F24D651FC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66577-45D4-44EE-A1FA-909F9096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EB631-0A89-4E15-BBBB-1931CED2C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38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52CF-A2E0-41C1-AA30-D2DE69057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A9B1DE-D088-4E67-BEC4-3FFF40EF9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B131F-513A-4E84-B8EF-B66CE0DD3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2768-B6EE-4BDF-A51F-7E8CABC87E8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1B708-29E1-4774-BBC7-01B21984B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7ED96-D328-4ED5-8918-07971A48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EB631-0A89-4E15-BBBB-1931CED2C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96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9FBEC5-1F65-4B30-AE30-9879C9BA3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6F3A6-1E15-425C-BCB3-850F79EDA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EDE36-376B-41AF-99B0-5CC20B90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42768-B6EE-4BDF-A51F-7E8CABC87E8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B96E3-B532-46FD-BFDF-4CB1A985D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DAFCD-D6DA-4D31-A12C-4BA5BFC65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EB631-0A89-4E15-BBBB-1931CED2C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825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63CA22-7B2F-4FFD-84B1-BBFA6FC0E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A0408-7F76-4677-897A-47D77D6F1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5AD35-9043-458D-B121-068A0EF8C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42768-B6EE-4BDF-A51F-7E8CABC87E80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ED576-7006-4360-8CDD-0F0ED0BA4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6DFEE-AC44-4EA7-A8E7-7EE3CBB0D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EB631-0A89-4E15-BBBB-1931CED2C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578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FD84E9-2DC8-42D6-AB16-3037D2EF5099}"/>
              </a:ext>
            </a:extLst>
          </p:cNvPr>
          <p:cNvSpPr/>
          <p:nvPr/>
        </p:nvSpPr>
        <p:spPr>
          <a:xfrm>
            <a:off x="277662" y="107575"/>
            <a:ext cx="3388659" cy="6373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B8AFB9-5108-443D-94B9-CAB0FBFFA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2475" y="147917"/>
            <a:ext cx="3401863" cy="622598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DFCAFE-D609-467F-AC5B-02610C5AA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466" y="913937"/>
            <a:ext cx="3401863" cy="46948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5B2D7E-AFEC-4364-AC06-F8D66BC6E70B}"/>
              </a:ext>
            </a:extLst>
          </p:cNvPr>
          <p:cNvSpPr txBox="1"/>
          <p:nvPr/>
        </p:nvSpPr>
        <p:spPr>
          <a:xfrm>
            <a:off x="290866" y="222339"/>
            <a:ext cx="3254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BOOK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2A5222-FBAD-4447-9517-AF79C3F8A497}"/>
              </a:ext>
            </a:extLst>
          </p:cNvPr>
          <p:cNvSpPr txBox="1"/>
          <p:nvPr/>
        </p:nvSpPr>
        <p:spPr>
          <a:xfrm>
            <a:off x="8512475" y="222339"/>
            <a:ext cx="3388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533841-E380-423C-AF95-D9D53552865E}"/>
              </a:ext>
            </a:extLst>
          </p:cNvPr>
          <p:cNvSpPr txBox="1"/>
          <p:nvPr/>
        </p:nvSpPr>
        <p:spPr>
          <a:xfrm>
            <a:off x="4348127" y="913938"/>
            <a:ext cx="3401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TRANSACTION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B02448-A89D-4116-88A0-D6C95EF59169}"/>
              </a:ext>
            </a:extLst>
          </p:cNvPr>
          <p:cNvCxnSpPr>
            <a:cxnSpLocks/>
          </p:cNvCxnSpPr>
          <p:nvPr/>
        </p:nvCxnSpPr>
        <p:spPr>
          <a:xfrm>
            <a:off x="484091" y="591671"/>
            <a:ext cx="30034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39410A-4FC0-45C9-861C-06A790A2FCAD}"/>
              </a:ext>
            </a:extLst>
          </p:cNvPr>
          <p:cNvCxnSpPr>
            <a:cxnSpLocks/>
          </p:cNvCxnSpPr>
          <p:nvPr/>
        </p:nvCxnSpPr>
        <p:spPr>
          <a:xfrm>
            <a:off x="8705093" y="591671"/>
            <a:ext cx="30034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DE881F-3854-4A57-9FE9-B67210E3DE03}"/>
              </a:ext>
            </a:extLst>
          </p:cNvPr>
          <p:cNvCxnSpPr>
            <a:cxnSpLocks/>
          </p:cNvCxnSpPr>
          <p:nvPr/>
        </p:nvCxnSpPr>
        <p:spPr>
          <a:xfrm>
            <a:off x="4641842" y="1283270"/>
            <a:ext cx="30034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9790225-E6C0-45A1-8C4C-1AFF7BF2D253}"/>
              </a:ext>
            </a:extLst>
          </p:cNvPr>
          <p:cNvSpPr txBox="1"/>
          <p:nvPr/>
        </p:nvSpPr>
        <p:spPr>
          <a:xfrm>
            <a:off x="412132" y="807445"/>
            <a:ext cx="325418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author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isbn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genre		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//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enum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publisher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publishedYear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totalCopies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availableCopies</a:t>
            </a:r>
            <a:r>
              <a:rPr lang="en-US" dirty="0"/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	//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autoset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at the time of book entity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imageName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imageType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imageData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transactions  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AB8FF8-8690-4776-9DE1-AF75207F1091}"/>
              </a:ext>
            </a:extLst>
          </p:cNvPr>
          <p:cNvSpPr txBox="1"/>
          <p:nvPr/>
        </p:nvSpPr>
        <p:spPr>
          <a:xfrm>
            <a:off x="8705093" y="807445"/>
            <a:ext cx="30747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password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role		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//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enum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empId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transactions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//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OneToMany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A13119-4D85-43E4-853E-DC401011EE1F}"/>
              </a:ext>
            </a:extLst>
          </p:cNvPr>
          <p:cNvSpPr txBox="1"/>
          <p:nvPr/>
        </p:nvSpPr>
        <p:spPr>
          <a:xfrm>
            <a:off x="4501587" y="1519518"/>
            <a:ext cx="31888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(</a:t>
            </a:r>
            <a:r>
              <a:rPr lang="en-US" dirty="0" err="1"/>
              <a:t>userId</a:t>
            </a:r>
            <a:r>
              <a:rPr lang="en-US" dirty="0"/>
              <a:t>)  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book (</a:t>
            </a:r>
            <a:r>
              <a:rPr lang="en-US" dirty="0" err="1"/>
              <a:t>bookId</a:t>
            </a:r>
            <a:r>
              <a:rPr lang="en-US" dirty="0"/>
              <a:t>)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//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ManyToOne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borrowedAt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dueDate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returnedAt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Status		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//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enum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4F5F1C-EB5E-46D4-BA51-36028C2830F8}"/>
              </a:ext>
            </a:extLst>
          </p:cNvPr>
          <p:cNvSpPr/>
          <p:nvPr/>
        </p:nvSpPr>
        <p:spPr>
          <a:xfrm>
            <a:off x="4831977" y="2097741"/>
            <a:ext cx="1264023" cy="3227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7F22110-F258-4FCC-8F22-F0BCC6FC8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977" y="2655710"/>
            <a:ext cx="1394011" cy="3353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351BC14-7C1C-4622-BFC9-15A6E03F1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47" y="5179321"/>
            <a:ext cx="1339979" cy="33397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D5C8835-1319-4CDF-8C33-4DE196BCCDB8}"/>
              </a:ext>
            </a:extLst>
          </p:cNvPr>
          <p:cNvSpPr/>
          <p:nvPr/>
        </p:nvSpPr>
        <p:spPr>
          <a:xfrm>
            <a:off x="8987725" y="2752179"/>
            <a:ext cx="1264023" cy="3227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92F4380-B98C-44B9-99D0-90168FCD76D4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6096000" y="2259106"/>
            <a:ext cx="2846294" cy="691573"/>
          </a:xfrm>
          <a:prstGeom prst="bentConnector3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27F5AF5B-0366-4299-BAF0-95191E265F1A}"/>
              </a:ext>
            </a:extLst>
          </p:cNvPr>
          <p:cNvCxnSpPr>
            <a:cxnSpLocks/>
            <a:stCxn id="21" idx="1"/>
          </p:cNvCxnSpPr>
          <p:nvPr/>
        </p:nvCxnSpPr>
        <p:spPr>
          <a:xfrm rot="10800000" flipV="1">
            <a:off x="2015453" y="2823365"/>
            <a:ext cx="2816525" cy="2515116"/>
          </a:xfrm>
          <a:prstGeom prst="bentConnector3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57BFC2E-8C0B-4C56-BB35-4CF7C20C5C79}"/>
              </a:ext>
            </a:extLst>
          </p:cNvPr>
          <p:cNvSpPr txBox="1"/>
          <p:nvPr/>
        </p:nvSpPr>
        <p:spPr>
          <a:xfrm>
            <a:off x="699247" y="5608758"/>
            <a:ext cx="1627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//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OneToMany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7943A1-2C79-4107-876A-2D4049F72E6C}"/>
              </a:ext>
            </a:extLst>
          </p:cNvPr>
          <p:cNvSpPr txBox="1"/>
          <p:nvPr/>
        </p:nvSpPr>
        <p:spPr>
          <a:xfrm>
            <a:off x="4690903" y="1747985"/>
            <a:ext cx="1546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//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ManyToOne</a:t>
            </a:r>
            <a:endParaRPr lang="en-IN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595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843179FA69E7478589BCCB9D271392" ma:contentTypeVersion="5" ma:contentTypeDescription="Create a new document." ma:contentTypeScope="" ma:versionID="e5669a9afee565eda71b11d1bb09893a">
  <xsd:schema xmlns:xsd="http://www.w3.org/2001/XMLSchema" xmlns:xs="http://www.w3.org/2001/XMLSchema" xmlns:p="http://schemas.microsoft.com/office/2006/metadata/properties" xmlns:ns3="0a059248-ce35-4672-b429-e4e60a21bde3" targetNamespace="http://schemas.microsoft.com/office/2006/metadata/properties" ma:root="true" ma:fieldsID="d126aad4edb50a2c36481819e69b08d3" ns3:_="">
    <xsd:import namespace="0a059248-ce35-4672-b429-e4e60a21bde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059248-ce35-4672-b429-e4e60a21bde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a059248-ce35-4672-b429-e4e60a21bde3" xsi:nil="true"/>
  </documentManagement>
</p:properties>
</file>

<file path=customXml/itemProps1.xml><?xml version="1.0" encoding="utf-8"?>
<ds:datastoreItem xmlns:ds="http://schemas.openxmlformats.org/officeDocument/2006/customXml" ds:itemID="{DBFC9A78-9CE7-4CCD-82FA-099602D754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059248-ce35-4672-b429-e4e60a21bd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463201-7246-47D7-9AC5-85466720E6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C155F9-3AC2-4781-9F98-F6B1FE0F029D}">
  <ds:schemaRefs>
    <ds:schemaRef ds:uri="http://schemas.microsoft.com/office/2006/metadata/properties"/>
    <ds:schemaRef ds:uri="http://purl.org/dc/terms/"/>
    <ds:schemaRef ds:uri="0a059248-ce35-4672-b429-e4e60a21bde3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69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Anjali Singh</dc:creator>
  <cp:lastModifiedBy>Anjali Singh</cp:lastModifiedBy>
  <cp:revision>7</cp:revision>
  <dcterms:created xsi:type="dcterms:W3CDTF">2025-12-10T12:28:58Z</dcterms:created>
  <dcterms:modified xsi:type="dcterms:W3CDTF">2025-12-10T13:56:31Z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0x01010097843179FA69E7478589BCCB9D271392</vt:lpwstr>
  </property>
</Properties>
</file>